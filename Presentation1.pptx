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2" r:id="rId3"/>
    <p:sldId id="273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55" autoAdjust="0"/>
    <p:restoredTop sz="94660"/>
  </p:normalViewPr>
  <p:slideViewPr>
    <p:cSldViewPr snapToGrid="0">
      <p:cViewPr varScale="1">
        <p:scale>
          <a:sx n="78" d="100"/>
          <a:sy n="78" d="100"/>
        </p:scale>
        <p:origin x="46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268A6477-2A59-464E-85C5-38D2580010CB}" type="datetimeFigureOut">
              <a:rPr lang="en-US" smtClean="0"/>
              <a:t>12/25/2023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2ED26FFF-B77A-4C56-8D93-F13C1D27A05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2725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A6477-2A59-464E-85C5-38D2580010CB}" type="datetimeFigureOut">
              <a:rPr lang="en-US" smtClean="0"/>
              <a:t>12/25/2023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26FFF-B77A-4C56-8D93-F13C1D27A0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471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A6477-2A59-464E-85C5-38D2580010CB}" type="datetimeFigureOut">
              <a:rPr lang="en-US" smtClean="0"/>
              <a:t>12/25/2023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26FFF-B77A-4C56-8D93-F13C1D27A053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0522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A6477-2A59-464E-85C5-38D2580010CB}" type="datetimeFigureOut">
              <a:rPr lang="en-US" smtClean="0"/>
              <a:t>12/25/2023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26FFF-B77A-4C56-8D93-F13C1D27A0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362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A6477-2A59-464E-85C5-38D2580010CB}" type="datetimeFigureOut">
              <a:rPr lang="en-US" smtClean="0"/>
              <a:t>12/25/2023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26FFF-B77A-4C56-8D93-F13C1D27A053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04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A6477-2A59-464E-85C5-38D2580010CB}" type="datetimeFigureOut">
              <a:rPr lang="en-US" smtClean="0"/>
              <a:t>12/25/2023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26FFF-B77A-4C56-8D93-F13C1D27A053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4064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A6477-2A59-464E-85C5-38D2580010CB}" type="datetimeFigureOut">
              <a:rPr lang="en-US" smtClean="0"/>
              <a:t>12/25/2023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26FFF-B77A-4C56-8D93-F13C1D27A0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196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A6477-2A59-464E-85C5-38D2580010CB}" type="datetimeFigureOut">
              <a:rPr lang="en-US" smtClean="0"/>
              <a:t>12/25/2023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26FFF-B77A-4C56-8D93-F13C1D27A053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4992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A6477-2A59-464E-85C5-38D2580010CB}" type="datetimeFigureOut">
              <a:rPr lang="en-US" smtClean="0"/>
              <a:t>12/25/2023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26FFF-B77A-4C56-8D93-F13C1D27A0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1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A6477-2A59-464E-85C5-38D2580010CB}" type="datetimeFigureOut">
              <a:rPr lang="en-US" smtClean="0"/>
              <a:t>12/25/2023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26FFF-B77A-4C56-8D93-F13C1D27A0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601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A6477-2A59-464E-85C5-38D2580010CB}" type="datetimeFigureOut">
              <a:rPr lang="en-US" smtClean="0"/>
              <a:t>12/25/2023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26FFF-B77A-4C56-8D93-F13C1D27A05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98801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A6477-2A59-464E-85C5-38D2580010CB}" type="datetimeFigureOut">
              <a:rPr lang="en-US" smtClean="0"/>
              <a:t>12/25/2023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26FFF-B77A-4C56-8D93-F13C1D27A05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8830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A6477-2A59-464E-85C5-38D2580010CB}" type="datetimeFigureOut">
              <a:rPr lang="en-US" smtClean="0"/>
              <a:t>12/25/2023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26FFF-B77A-4C56-8D93-F13C1D27A0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4421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A6477-2A59-464E-85C5-38D2580010CB}" type="datetimeFigureOut">
              <a:rPr lang="en-US" smtClean="0"/>
              <a:t>12/25/2023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26FFF-B77A-4C56-8D93-F13C1D27A053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69094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A6477-2A59-464E-85C5-38D2580010CB}" type="datetimeFigureOut">
              <a:rPr lang="en-US" smtClean="0"/>
              <a:t>12/25/2023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26FFF-B77A-4C56-8D93-F13C1D27A05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65966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A6477-2A59-464E-85C5-38D2580010CB}" type="datetimeFigureOut">
              <a:rPr lang="en-US" smtClean="0"/>
              <a:t>12/25/2023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26FFF-B77A-4C56-8D93-F13C1D27A053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66625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A6477-2A59-464E-85C5-38D2580010CB}" type="datetimeFigureOut">
              <a:rPr lang="en-US" smtClean="0"/>
              <a:t>12/25/2023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26FFF-B77A-4C56-8D93-F13C1D27A053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124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68A6477-2A59-464E-85C5-38D2580010CB}" type="datetimeFigureOut">
              <a:rPr lang="en-US" smtClean="0"/>
              <a:t>12/25/2023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ED26FFF-B77A-4C56-8D93-F13C1D27A0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163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FF597-58AF-346D-A4C7-57DBBF9DB9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Hacker Rank Solutions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37011D-B1B3-FD3E-A8C5-B90DD4911C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Name: M Bilal Khan</a:t>
            </a:r>
          </a:p>
          <a:p>
            <a:r>
              <a:rPr lang="en-US" dirty="0"/>
              <a:t>Reg No: 26455- Rime23</a:t>
            </a:r>
          </a:p>
          <a:p>
            <a:r>
              <a:rPr lang="en-US" dirty="0"/>
              <a:t>Course: Artificial Intelligence</a:t>
            </a:r>
          </a:p>
        </p:txBody>
      </p:sp>
    </p:spTree>
    <p:extLst>
      <p:ext uri="{BB962C8B-B14F-4D97-AF65-F5344CB8AC3E}">
        <p14:creationId xmlns:p14="http://schemas.microsoft.com/office/powerpoint/2010/main" val="1310741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213CF-C5FE-75B5-FA53-A28D2FBA0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95416"/>
            <a:ext cx="10614510" cy="827903"/>
          </a:xfrm>
        </p:spPr>
        <p:txBody>
          <a:bodyPr/>
          <a:lstStyle/>
          <a:p>
            <a:r>
              <a:rPr lang="en-US" dirty="0">
                <a:latin typeface="Amasis MT Pro" panose="02040504050005020304" pitchFamily="18" charset="0"/>
              </a:rPr>
              <a:t>Write Function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664B324-C940-AD42-92D8-B94C141F38A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2113005"/>
            <a:ext cx="5256212" cy="2804983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23E8802-017B-4896-3CD9-574CE86E11D8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105903"/>
            <a:ext cx="5281613" cy="3312945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962765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213CF-C5FE-75B5-FA53-A28D2FBA0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95416"/>
            <a:ext cx="10614510" cy="827903"/>
          </a:xfrm>
        </p:spPr>
        <p:txBody>
          <a:bodyPr/>
          <a:lstStyle/>
          <a:p>
            <a:r>
              <a:rPr lang="en-US" dirty="0">
                <a:latin typeface="Amasis MT Pro" panose="02040504050005020304" pitchFamily="18" charset="0"/>
              </a:rPr>
              <a:t>Print Function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692575-16CD-E145-2FD7-3D9F1DFD41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127" y="1890584"/>
            <a:ext cx="4715533" cy="2752977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381A73D-4948-2FE7-140F-4D0B40EB8DE5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917829"/>
            <a:ext cx="5281613" cy="3689093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1698217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213CF-C5FE-75B5-FA53-A28D2FBA0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95416"/>
            <a:ext cx="10614510" cy="827903"/>
          </a:xfrm>
        </p:spPr>
        <p:txBody>
          <a:bodyPr/>
          <a:lstStyle/>
          <a:p>
            <a:r>
              <a:rPr lang="en-US" dirty="0">
                <a:latin typeface="Amasis MT Pro" panose="02040504050005020304" pitchFamily="18" charset="0"/>
              </a:rPr>
              <a:t>The Minion Game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8FCE27BD-444B-A3AD-764E-B79803409B8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1379522"/>
            <a:ext cx="5209784" cy="4855132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CF0A98D0-CBFD-5B17-EA74-0F1B8F2090BB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379521"/>
            <a:ext cx="5281613" cy="4855131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1116397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213CF-C5FE-75B5-FA53-A28D2FBA0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95416"/>
            <a:ext cx="10614510" cy="827903"/>
          </a:xfrm>
        </p:spPr>
        <p:txBody>
          <a:bodyPr/>
          <a:lstStyle/>
          <a:p>
            <a:r>
              <a:rPr lang="en-US" dirty="0">
                <a:latin typeface="Amasis MT Pro" panose="02040504050005020304" pitchFamily="18" charset="0"/>
              </a:rPr>
              <a:t>Merge Tools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DDDB8CC-9C4B-C7CF-1708-A0A6A09FC86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022" y="1334530"/>
            <a:ext cx="4766779" cy="4855133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D9EBAB7-BBE8-E5E1-4F80-D4D605F7B83F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334530"/>
            <a:ext cx="5386345" cy="4855133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2797314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213CF-C5FE-75B5-FA53-A28D2FBA0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95416"/>
            <a:ext cx="10614510" cy="827903"/>
          </a:xfrm>
        </p:spPr>
        <p:txBody>
          <a:bodyPr>
            <a:normAutofit/>
          </a:bodyPr>
          <a:lstStyle/>
          <a:p>
            <a:r>
              <a:rPr lang="en-US" dirty="0">
                <a:latin typeface="Amasis MT Pro" panose="02040504050005020304" pitchFamily="18" charset="0"/>
              </a:rPr>
              <a:t>Regex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0C7F871-55B0-3FC3-346A-D9C15F785F0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1606379"/>
            <a:ext cx="5180013" cy="4583284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C239540-7403-320F-4FD7-8F92146EBA0F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606379"/>
            <a:ext cx="5281613" cy="4583284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472698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213CF-C5FE-75B5-FA53-A28D2FBA0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95416"/>
            <a:ext cx="10614510" cy="827903"/>
          </a:xfrm>
        </p:spPr>
        <p:txBody>
          <a:bodyPr/>
          <a:lstStyle/>
          <a:p>
            <a:r>
              <a:rPr lang="en-US" dirty="0">
                <a:latin typeface="Amasis MT Pro" panose="02040504050005020304" pitchFamily="18" charset="0"/>
              </a:rPr>
              <a:t>Regex 2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964E89A-D977-92D7-4967-8AB67871C84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2150076"/>
            <a:ext cx="5256212" cy="2116421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6EEEE2E-1919-5FD0-A6CA-062B1B4BCB1F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989730"/>
            <a:ext cx="5281613" cy="3545291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20927157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213CF-C5FE-75B5-FA53-A28D2FBA0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95416"/>
            <a:ext cx="10614510" cy="827903"/>
          </a:xfrm>
        </p:spPr>
        <p:txBody>
          <a:bodyPr/>
          <a:lstStyle/>
          <a:p>
            <a:r>
              <a:rPr lang="en-US" dirty="0">
                <a:latin typeface="Amasis MT Pro" panose="02040504050005020304" pitchFamily="18" charset="0"/>
              </a:rPr>
              <a:t>Roman Numerals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80FC24-4EB8-9CC3-7D08-06E6B9A2404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653" y="1334530"/>
            <a:ext cx="5058481" cy="4855133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E5996F8-DBA1-A7ED-F9B3-E761DC4CB218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334530"/>
            <a:ext cx="5281613" cy="4855133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2853882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213CF-C5FE-75B5-FA53-A28D2FBA0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95416"/>
            <a:ext cx="10614510" cy="827903"/>
          </a:xfrm>
        </p:spPr>
        <p:txBody>
          <a:bodyPr/>
          <a:lstStyle/>
          <a:p>
            <a:r>
              <a:rPr lang="en-US" dirty="0">
                <a:latin typeface="Amasis MT Pro" panose="02040504050005020304" pitchFamily="18" charset="0"/>
              </a:rPr>
              <a:t>Phone Numbers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C1D475-26F9-D7CB-AF37-A34646C3C3D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1334529"/>
            <a:ext cx="5180013" cy="4855133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FCA08D4-2B48-F5EE-DD34-4DB7FB3E7214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334529"/>
            <a:ext cx="5281613" cy="4614994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1679488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213CF-C5FE-75B5-FA53-A28D2FBA0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95416"/>
            <a:ext cx="10614510" cy="827903"/>
          </a:xfrm>
        </p:spPr>
        <p:txBody>
          <a:bodyPr/>
          <a:lstStyle/>
          <a:p>
            <a:r>
              <a:rPr lang="en-US" dirty="0">
                <a:latin typeface="Amasis MT Pro" panose="02040504050005020304" pitchFamily="18" charset="0"/>
              </a:rPr>
              <a:t>Email Parsing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0ADB82F-B9F1-94FD-AD2A-87538EDD2B9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1223319"/>
            <a:ext cx="5256212" cy="4596713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84E3E6F-2B39-95A8-697E-9B6C80CDD708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223319"/>
            <a:ext cx="5281613" cy="4702073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12318059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213CF-C5FE-75B5-FA53-A28D2FBA0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95416"/>
            <a:ext cx="10614510" cy="827903"/>
          </a:xfrm>
        </p:spPr>
        <p:txBody>
          <a:bodyPr/>
          <a:lstStyle/>
          <a:p>
            <a:r>
              <a:rPr lang="en-US" dirty="0">
                <a:latin typeface="Amasis MT Pro" panose="02040504050005020304" pitchFamily="18" charset="0"/>
              </a:rPr>
              <a:t>HEX Color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32D9F97-C20E-CC7F-BBF3-6525A1FD8B8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1940011"/>
            <a:ext cx="5256212" cy="3200400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AC89C98-2F9E-D71D-4866-EB46E5EC95B2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703441"/>
            <a:ext cx="5281613" cy="4117868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22609187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213CF-C5FE-75B5-FA53-A28D2FBA0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95416"/>
            <a:ext cx="10614510" cy="827903"/>
          </a:xfrm>
        </p:spPr>
        <p:txBody>
          <a:bodyPr/>
          <a:lstStyle/>
          <a:p>
            <a:r>
              <a:rPr lang="en-US" dirty="0">
                <a:latin typeface="Amasis MT Pro" panose="02040504050005020304" pitchFamily="18" charset="0"/>
              </a:rPr>
              <a:t>HTML Parser 1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3D7A6B-CE68-4EB8-98A1-A47393C9050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1334530"/>
            <a:ext cx="5256212" cy="4855132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9A9F687-A7B3-7DBB-2259-08E1B07D0989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334529"/>
            <a:ext cx="5281613" cy="4855131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13417410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213CF-C5FE-75B5-FA53-A28D2FBA0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95416"/>
            <a:ext cx="10614510" cy="827903"/>
          </a:xfrm>
        </p:spPr>
        <p:txBody>
          <a:bodyPr/>
          <a:lstStyle/>
          <a:p>
            <a:r>
              <a:rPr lang="en-US" dirty="0">
                <a:latin typeface="Amasis MT Pro" panose="02040504050005020304" pitchFamily="18" charset="0"/>
              </a:rPr>
              <a:t>HTML Parser 2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ED3AB7-3B46-A18A-2E7F-01F0B9E636E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1445741"/>
            <a:ext cx="5256212" cy="4743921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9B12912-292C-93A4-68C4-D9D807FEDB49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445741"/>
            <a:ext cx="5281613" cy="4532825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11882329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213CF-C5FE-75B5-FA53-A28D2FBA0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95416"/>
            <a:ext cx="10614510" cy="827903"/>
          </a:xfrm>
        </p:spPr>
        <p:txBody>
          <a:bodyPr>
            <a:normAutofit/>
          </a:bodyPr>
          <a:lstStyle/>
          <a:p>
            <a:r>
              <a:rPr lang="en-US" dirty="0">
                <a:latin typeface="Amasis MT Pro" panose="02040504050005020304" pitchFamily="18" charset="0"/>
              </a:rPr>
              <a:t>Detect HTML tags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CCC92E-30F1-6C87-20DD-6018483EFEA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1334530"/>
            <a:ext cx="5256212" cy="4855133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5DE3C5A-60F1-A7D3-7B26-448C67C610C6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334530"/>
            <a:ext cx="5281613" cy="4627259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37830611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213CF-C5FE-75B5-FA53-A28D2FBA0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95416"/>
            <a:ext cx="10614510" cy="827903"/>
          </a:xfrm>
        </p:spPr>
        <p:txBody>
          <a:bodyPr/>
          <a:lstStyle/>
          <a:p>
            <a:r>
              <a:rPr lang="en-US" dirty="0">
                <a:latin typeface="Amasis MT Pro" panose="02040504050005020304" pitchFamily="18" charset="0"/>
              </a:rPr>
              <a:t>Validate UID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1E3E3E8-55A0-9E06-2E04-CA96F27884C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1334530"/>
            <a:ext cx="5256212" cy="4855132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8CF540D-0ADA-96F4-5309-A28DD74A0B60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334530"/>
            <a:ext cx="5281613" cy="4855132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32352788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213CF-C5FE-75B5-FA53-A28D2FBA0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95416"/>
            <a:ext cx="10614510" cy="827903"/>
          </a:xfrm>
        </p:spPr>
        <p:txBody>
          <a:bodyPr/>
          <a:lstStyle/>
          <a:p>
            <a:r>
              <a:rPr lang="en-US" dirty="0">
                <a:latin typeface="Amasis MT Pro" panose="02040504050005020304" pitchFamily="18" charset="0"/>
              </a:rPr>
              <a:t>Validate Credit Cards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51B350-55C5-5115-22C3-E4643F8022D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1334531"/>
            <a:ext cx="5256212" cy="4855132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89B7153-A320-B7C8-6EC7-8B59B71D9D7A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334531"/>
            <a:ext cx="5281613" cy="4855131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798114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213CF-C5FE-75B5-FA53-A28D2FBA0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95416"/>
            <a:ext cx="10614510" cy="827903"/>
          </a:xfrm>
        </p:spPr>
        <p:txBody>
          <a:bodyPr/>
          <a:lstStyle/>
          <a:p>
            <a:r>
              <a:rPr lang="en-US" dirty="0">
                <a:latin typeface="Amasis MT Pro" panose="02040504050005020304" pitchFamily="18" charset="0"/>
              </a:rPr>
              <a:t>Validate Postal Code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3CDFF42-5FE3-9B9E-38FD-B3918A8AA95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2100649"/>
            <a:ext cx="5256212" cy="2842054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4B82F06-02FF-262C-C563-2CAC0F3DDE0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952798"/>
            <a:ext cx="5281613" cy="3619155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973067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213CF-C5FE-75B5-FA53-A28D2FBA0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95416"/>
            <a:ext cx="10614510" cy="827903"/>
          </a:xfrm>
        </p:spPr>
        <p:txBody>
          <a:bodyPr/>
          <a:lstStyle/>
          <a:p>
            <a:r>
              <a:rPr lang="en-US" dirty="0">
                <a:latin typeface="Amasis MT Pro" panose="02040504050005020304" pitchFamily="18" charset="0"/>
              </a:rPr>
              <a:t>Matrix Strip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330B2F-C0EC-C9B0-E936-6994721349F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2162432"/>
            <a:ext cx="5256212" cy="3163330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104242D-B40F-B8A0-83CA-602650B9830C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608232"/>
            <a:ext cx="5281613" cy="4308286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35351575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213CF-C5FE-75B5-FA53-A28D2FBA0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95416"/>
            <a:ext cx="10614510" cy="827903"/>
          </a:xfrm>
        </p:spPr>
        <p:txBody>
          <a:bodyPr/>
          <a:lstStyle/>
          <a:p>
            <a:r>
              <a:rPr lang="en-US" dirty="0">
                <a:latin typeface="Amasis MT Pro" panose="02040504050005020304" pitchFamily="18" charset="0"/>
              </a:rPr>
              <a:t>Symmetric Difference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2BABA6-91F6-99A4-140F-6E43B4C8D62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1940010"/>
            <a:ext cx="5256212" cy="3422821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1C210FF7-6C51-1A0E-28EB-8ABA8CAB7FF4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276462"/>
            <a:ext cx="5281613" cy="2971826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27289492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213CF-C5FE-75B5-FA53-A28D2FBA0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95416"/>
            <a:ext cx="10614510" cy="827903"/>
          </a:xfrm>
        </p:spPr>
        <p:txBody>
          <a:bodyPr/>
          <a:lstStyle/>
          <a:p>
            <a:r>
              <a:rPr lang="en-US" dirty="0">
                <a:latin typeface="Amasis MT Pro" panose="02040504050005020304" pitchFamily="18" charset="0"/>
              </a:rPr>
              <a:t>Set Mutation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D37EBA-F5A9-9CAB-C390-17769D4AB21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1334530"/>
            <a:ext cx="5256212" cy="4855133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5F7A6F0-25D7-FBA8-1706-F83D0FD62E51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639893"/>
            <a:ext cx="5281613" cy="4244964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2668286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213CF-C5FE-75B5-FA53-A28D2FBA0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95416"/>
            <a:ext cx="10614510" cy="827903"/>
          </a:xfrm>
        </p:spPr>
        <p:txBody>
          <a:bodyPr/>
          <a:lstStyle/>
          <a:p>
            <a:r>
              <a:rPr lang="en-US" dirty="0">
                <a:latin typeface="Amasis MT Pro" panose="02040504050005020304" pitchFamily="18" charset="0"/>
              </a:rPr>
              <a:t>The Captain Room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54D6E2B-81C5-F489-37D6-2C59C28C489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1421026"/>
            <a:ext cx="5256212" cy="3571103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00F576F-EA11-F183-57FA-0E1DA4FC9E64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421027"/>
            <a:ext cx="5281613" cy="4025500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28129369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213CF-C5FE-75B5-FA53-A28D2FBA0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95416"/>
            <a:ext cx="10614510" cy="827903"/>
          </a:xfrm>
        </p:spPr>
        <p:txBody>
          <a:bodyPr/>
          <a:lstStyle/>
          <a:p>
            <a:r>
              <a:rPr lang="en-US" dirty="0">
                <a:latin typeface="Amasis MT Pro" panose="02040504050005020304" pitchFamily="18" charset="0"/>
              </a:rPr>
              <a:t>Check Subnet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1E48879-AED3-A4C6-933D-78ED0589916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1791729"/>
            <a:ext cx="5256212" cy="3348681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4A2D0E9-5D43-4966-A5DC-73866036570B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677919"/>
            <a:ext cx="5281613" cy="4168913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8631125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213CF-C5FE-75B5-FA53-A28D2FBA0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95416"/>
            <a:ext cx="10614510" cy="827903"/>
          </a:xfrm>
        </p:spPr>
        <p:txBody>
          <a:bodyPr/>
          <a:lstStyle/>
          <a:p>
            <a:r>
              <a:rPr lang="en-US" dirty="0">
                <a:latin typeface="Amasis MT Pro" panose="02040504050005020304" pitchFamily="18" charset="0"/>
              </a:rPr>
              <a:t>Check Strict Superset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70C186-549B-B930-9471-1EE66055788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1989437"/>
            <a:ext cx="5256212" cy="3348681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0A12557-A1D7-C99D-D407-FA5208161A08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589004"/>
            <a:ext cx="5281613" cy="4346743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27610926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213CF-C5FE-75B5-FA53-A28D2FBA0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95416"/>
            <a:ext cx="10614510" cy="827903"/>
          </a:xfrm>
        </p:spPr>
        <p:txBody>
          <a:bodyPr/>
          <a:lstStyle/>
          <a:p>
            <a:r>
              <a:rPr lang="en-US" dirty="0">
                <a:latin typeface="Amasis MT Pro" panose="02040504050005020304" pitchFamily="18" charset="0"/>
              </a:rPr>
              <a:t>Itertools Permutation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91D58F-31C2-E9D2-642E-08B3219BB23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2026508"/>
            <a:ext cx="5042028" cy="3274541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7863D41-135E-D7E0-A3DE-7A3FACB27DFF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410471"/>
            <a:ext cx="5281613" cy="4703808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36299757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213CF-C5FE-75B5-FA53-A28D2FBA0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95416"/>
            <a:ext cx="10614510" cy="827903"/>
          </a:xfrm>
        </p:spPr>
        <p:txBody>
          <a:bodyPr/>
          <a:lstStyle/>
          <a:p>
            <a:r>
              <a:rPr lang="en-US" dirty="0">
                <a:latin typeface="Amasis MT Pro" panose="02040504050005020304" pitchFamily="18" charset="0"/>
              </a:rPr>
              <a:t>Itertools Combination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DFE6BE-FC2C-D062-B350-D81F6316093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1952368"/>
            <a:ext cx="5256212" cy="3015048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A4D6D24-2AE2-053E-BD83-236B891586F8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713864"/>
            <a:ext cx="5281613" cy="4097022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40521004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213CF-C5FE-75B5-FA53-A28D2FBA0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95416"/>
            <a:ext cx="10614510" cy="827903"/>
          </a:xfrm>
        </p:spPr>
        <p:txBody>
          <a:bodyPr/>
          <a:lstStyle/>
          <a:p>
            <a:r>
              <a:rPr lang="en-US" dirty="0">
                <a:latin typeface="Amasis MT Pro" panose="02040504050005020304" pitchFamily="18" charset="0"/>
              </a:rPr>
              <a:t>Itertools Combination with Replacement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D7419D9-2C16-0805-563E-A0D8053247B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2100649"/>
            <a:ext cx="5256212" cy="2891481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943CDB8-4FEF-CF48-4BD0-977D14C9B17C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624938"/>
            <a:ext cx="5281613" cy="4274875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40852775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213CF-C5FE-75B5-FA53-A28D2FBA0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95416"/>
            <a:ext cx="10614510" cy="827903"/>
          </a:xfrm>
        </p:spPr>
        <p:txBody>
          <a:bodyPr/>
          <a:lstStyle/>
          <a:p>
            <a:r>
              <a:rPr lang="en-US" dirty="0">
                <a:latin typeface="Amasis MT Pro" panose="02040504050005020304" pitchFamily="18" charset="0"/>
              </a:rPr>
              <a:t>Compress the String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57636D9-B4EA-49D4-9F44-FE6DAE6E8DA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2236573"/>
            <a:ext cx="5256212" cy="3076831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D7C0D67-289F-A347-2C76-A522F64010D1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823508"/>
            <a:ext cx="5281613" cy="3877735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1482072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213CF-C5FE-75B5-FA53-A28D2FBA0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95416"/>
            <a:ext cx="10614510" cy="827903"/>
          </a:xfrm>
        </p:spPr>
        <p:txBody>
          <a:bodyPr>
            <a:normAutofit/>
          </a:bodyPr>
          <a:lstStyle/>
          <a:p>
            <a:r>
              <a:rPr lang="en-US" dirty="0">
                <a:latin typeface="Amasis MT Pro" panose="02040504050005020304" pitchFamily="18" charset="0"/>
              </a:rPr>
              <a:t>Ginorts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D4F85C-8FD8-9F52-108B-0BC690F716D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1785480"/>
            <a:ext cx="5256212" cy="3564996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3DDF137-9D9C-9F2B-8B37-6057DE969088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785480"/>
            <a:ext cx="5281613" cy="3953791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31229827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213CF-C5FE-75B5-FA53-A28D2FBA0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95416"/>
            <a:ext cx="10614510" cy="827903"/>
          </a:xfrm>
        </p:spPr>
        <p:txBody>
          <a:bodyPr/>
          <a:lstStyle/>
          <a:p>
            <a:r>
              <a:rPr lang="en-US" dirty="0">
                <a:latin typeface="Amasis MT Pro" panose="02040504050005020304" pitchFamily="18" charset="0"/>
              </a:rPr>
              <a:t>Athlete Sort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3D7C6E68-358D-E960-D74B-04D3052190B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2677174"/>
            <a:ext cx="5256212" cy="2170402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BE436247-8CCC-75E6-450D-C4A2023E888D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722267"/>
            <a:ext cx="5281613" cy="4080216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16289982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213CF-C5FE-75B5-FA53-A28D2FBA0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95416"/>
            <a:ext cx="10614510" cy="827903"/>
          </a:xfrm>
        </p:spPr>
        <p:txBody>
          <a:bodyPr/>
          <a:lstStyle/>
          <a:p>
            <a:r>
              <a:rPr lang="en-US" dirty="0">
                <a:latin typeface="Amasis MT Pro" panose="02040504050005020304" pitchFamily="18" charset="0"/>
              </a:rPr>
              <a:t>Iterators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E21145-3B33-4AB8-C9B5-44672970C2F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2001795"/>
            <a:ext cx="5256212" cy="3064475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8D9FB09-4304-D1BD-0EA6-F60C0B8A2368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740565"/>
            <a:ext cx="5281613" cy="4043620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26895977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213CF-C5FE-75B5-FA53-A28D2FBA0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95416"/>
            <a:ext cx="10614510" cy="827903"/>
          </a:xfrm>
        </p:spPr>
        <p:txBody>
          <a:bodyPr/>
          <a:lstStyle/>
          <a:p>
            <a:r>
              <a:rPr lang="en-US" dirty="0">
                <a:latin typeface="Amasis MT Pro" panose="02040504050005020304" pitchFamily="18" charset="0"/>
              </a:rPr>
              <a:t>Pilling Up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C5AF8F-B08C-9745-A14C-A7B2EB00A1B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1660130"/>
            <a:ext cx="5256212" cy="4204490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1E4265D-D508-E773-730D-A39522E7D488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660130"/>
            <a:ext cx="5281613" cy="4204490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9928281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35</TotalTime>
  <Words>85</Words>
  <Application>Microsoft Office PowerPoint</Application>
  <PresentationFormat>Widescreen</PresentationFormat>
  <Paragraphs>34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Amasis MT Pro</vt:lpstr>
      <vt:lpstr>Arial</vt:lpstr>
      <vt:lpstr>Garamond</vt:lpstr>
      <vt:lpstr>Organic</vt:lpstr>
      <vt:lpstr>Hacker Rank Solutions</vt:lpstr>
      <vt:lpstr>Write Function</vt:lpstr>
      <vt:lpstr>Print Function</vt:lpstr>
      <vt:lpstr>The Minion Game</vt:lpstr>
      <vt:lpstr>Merge Tools</vt:lpstr>
      <vt:lpstr>Regex</vt:lpstr>
      <vt:lpstr>Regex 2</vt:lpstr>
      <vt:lpstr>Roman Numerals</vt:lpstr>
      <vt:lpstr>Phone Numbers</vt:lpstr>
      <vt:lpstr>Email Parsing</vt:lpstr>
      <vt:lpstr>HEX Color</vt:lpstr>
      <vt:lpstr>HTML Parser 1</vt:lpstr>
      <vt:lpstr>HTML Parser 2</vt:lpstr>
      <vt:lpstr>Detect HTML tags</vt:lpstr>
      <vt:lpstr>Validate UID</vt:lpstr>
      <vt:lpstr>Validate Credit Cards</vt:lpstr>
      <vt:lpstr>Validate Postal Code</vt:lpstr>
      <vt:lpstr>Matrix Strip</vt:lpstr>
      <vt:lpstr>Symmetric Difference</vt:lpstr>
      <vt:lpstr>Set Mutation</vt:lpstr>
      <vt:lpstr>The Captain Room</vt:lpstr>
      <vt:lpstr>Check Subnet</vt:lpstr>
      <vt:lpstr>Check Strict Superset</vt:lpstr>
      <vt:lpstr>Itertools Permutation</vt:lpstr>
      <vt:lpstr>Itertools Combination</vt:lpstr>
      <vt:lpstr>Itertools Combination with Replacement</vt:lpstr>
      <vt:lpstr>Compress the String</vt:lpstr>
      <vt:lpstr>Ginorts</vt:lpstr>
      <vt:lpstr>Athlete Sort</vt:lpstr>
      <vt:lpstr>Iterators</vt:lpstr>
      <vt:lpstr>Pilling 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Raees Bilal</dc:creator>
  <cp:lastModifiedBy>Raees Bilal</cp:lastModifiedBy>
  <cp:revision>4</cp:revision>
  <dcterms:created xsi:type="dcterms:W3CDTF">2023-12-25T12:56:26Z</dcterms:created>
  <dcterms:modified xsi:type="dcterms:W3CDTF">2023-12-25T13:45:13Z</dcterms:modified>
</cp:coreProperties>
</file>